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c2d0927-739e-415f-9521-d3516fab2a48_proc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014" y="164592"/>
            <a:ext cx="4594860" cy="6126480"/>
          </a:xfrm>
          <a:prstGeom prst="rect">
            <a:avLst/>
          </a:prstGeom>
        </p:spPr>
      </p:pic>
      <p:pic>
        <p:nvPicPr>
          <p:cNvPr id="3" name="Picture 2" descr="c5e34bb7-b448-4f21-b830-a01c857f1439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569" y="146304"/>
            <a:ext cx="4594860" cy="6126480"/>
          </a:xfrm>
          <a:prstGeom prst="rect">
            <a:avLst/>
          </a:prstGeom>
        </p:spPr>
      </p:pic>
      <p:pic>
        <p:nvPicPr>
          <p:cNvPr id="4" name="Picture 3" descr="4dfa45f0-7939-4649-a1d8-2550b1567783_proc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870" y="155448"/>
            <a:ext cx="2263139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92056" y="4617720"/>
            <a:ext cx="3474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alibri"/>
              </a:rPr>
              <a:t>REF NO   : AND 5139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AFS          : AFS-4392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COMP     : COTTON/POLYESTER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GSM        : 260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935f57a-d818-449f-a953-db9d1a392d6d_proc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870" y="155448"/>
            <a:ext cx="4594860" cy="6126480"/>
          </a:xfrm>
          <a:prstGeom prst="rect">
            <a:avLst/>
          </a:prstGeom>
        </p:spPr>
      </p:pic>
      <p:pic>
        <p:nvPicPr>
          <p:cNvPr id="3" name="Picture 2" descr="5c54272e-e595-4d23-a550-1dd06e86c605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155448"/>
            <a:ext cx="4594860" cy="6126480"/>
          </a:xfrm>
          <a:prstGeom prst="rect">
            <a:avLst/>
          </a:prstGeom>
        </p:spPr>
      </p:pic>
      <p:pic>
        <p:nvPicPr>
          <p:cNvPr id="4" name="Picture 3" descr="703043d6-8fa4-404b-8cad-7ab2b1a0ed03_proc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870" y="155448"/>
            <a:ext cx="2263139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480560"/>
            <a:ext cx="3474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alibri"/>
              </a:rPr>
              <a:t>REF NO   : AND 5135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AFS          : AFS-4389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COMP     : COTTON / POLYESTER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GSM        : 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6bdd54e-830d-4eb3-8c78-8a814127480e_proc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870" y="155448"/>
            <a:ext cx="4594860" cy="6126480"/>
          </a:xfrm>
          <a:prstGeom prst="rect">
            <a:avLst/>
          </a:prstGeom>
        </p:spPr>
      </p:pic>
      <p:pic>
        <p:nvPicPr>
          <p:cNvPr id="3" name="Picture 2" descr="7af8dd3a-ed01-4b2a-a048-f54ff3448c0a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155448"/>
            <a:ext cx="4594860" cy="6126480"/>
          </a:xfrm>
          <a:prstGeom prst="rect">
            <a:avLst/>
          </a:prstGeom>
        </p:spPr>
      </p:pic>
      <p:pic>
        <p:nvPicPr>
          <p:cNvPr id="4" name="Picture 3" descr="b3114668-7027-4e58-be65-3f0db4714d25_proc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870" y="155448"/>
            <a:ext cx="2263139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480560"/>
            <a:ext cx="3474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alibri"/>
              </a:rPr>
              <a:t>REF NO   : AND 5140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AFS          : AFS-4387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COMP     : COTTON / POLYESTER / ELASTANE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GSM        : 192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ec4963a-9f96-44ba-85fe-9fe2ee5d09b2_proc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55448"/>
            <a:ext cx="4084320" cy="6126480"/>
          </a:xfrm>
          <a:prstGeom prst="rect">
            <a:avLst/>
          </a:prstGeom>
        </p:spPr>
      </p:pic>
      <p:pic>
        <p:nvPicPr>
          <p:cNvPr id="3" name="Picture 2" descr="c168d053-b919-430b-a40d-69799c1010ff_proce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20" y="155448"/>
            <a:ext cx="4084320" cy="6126480"/>
          </a:xfrm>
          <a:prstGeom prst="rect">
            <a:avLst/>
          </a:prstGeom>
        </p:spPr>
      </p:pic>
      <p:pic>
        <p:nvPicPr>
          <p:cNvPr id="4" name="Picture 3" descr="81935ff2-6bac-41d4-ba49-6d38fd970655_proc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55448"/>
            <a:ext cx="2011679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4480560"/>
            <a:ext cx="3474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alibri"/>
              </a:rPr>
              <a:t>REF NO   : FH AND-1208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AFS          : AFS-4354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COMP     : 60% ORGANIC COTTON 40% RECYCLED POLYESTER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GSM        : 205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